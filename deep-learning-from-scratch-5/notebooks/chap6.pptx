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C0964F-7817-8A6C-B436-5D92C29B2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65E89D-356A-05BF-0852-BCC05CD25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4CDB58-F6FD-B211-B1C8-E43B59DE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8614C5-2173-D99F-604D-93457040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27BC55-5982-32A0-6260-0D5B2825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70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202A7-EE1A-6F1B-2963-3DF74B77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1C9844-032D-A823-AC57-4FC69628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B2F651-2053-4925-0460-BEBF2464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4F7512-5C1C-1CE5-2597-7DB00B51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ED7918-8EE6-5EE3-1010-F4A65B67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09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B13AA-1EF3-3E5D-3FD4-AD466F1F7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B05AF6-0FC9-25CB-4BCA-3A0801656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43D3A6-BFA5-51B9-86FB-CC15BD05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5FA16B-A0E1-6407-A00B-E35086F8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D035A2-17E3-C0AD-2B49-197BED2D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59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D2B78-7644-7D8D-BEFB-0601D7CE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AF0C3F-B643-F8C2-F5AA-72BDE2372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A3523F-301B-72F0-D399-7E6888073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9A547E-9A32-2091-A952-27A429F9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41B648-BE16-4F64-AB49-A0063538D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2444DB-F93E-F6BD-3B13-A3595B7C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44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5675C-EEA4-1149-A3BD-3B6FD573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252246-D3CB-ECB0-3B3C-0448E4801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CE6305-12CB-6A6E-E7E2-8510F56F1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BE78AC-8976-895E-7E1E-737C67770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E5B5C7-24FB-5DA2-C5BF-CED523C97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005987-A1F6-E18C-41B8-7885BBC0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D03C68F-36C6-4AAF-B711-1695549C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870E99B-8A2E-4A7B-8D15-5D5F456D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101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5F97-C8E7-8CDE-2E61-334533E0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DFF09E4-F421-B24F-B98C-6CFD09AC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685ABD-5C75-3232-CE78-CA9719FA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C875A3-39AA-6B76-48EC-8DE6494E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47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D0F494-F60F-3E33-5FAC-B71E1A81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B6F896-F5D6-FDE0-2262-A26B0B39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11651-AD65-0D39-08D8-4259E5D5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57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06C8B9-2669-35E7-175E-7EF4588D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7A3E16-F7BE-4761-FAA8-83DA40A16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9A66EC-5317-76FD-1AB6-60EB11C70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E00638-D002-2168-C122-A25535CF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49CB9A-71AE-3523-B745-8EBCD48C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623E42-D6A1-A746-7F05-4EAB7AC2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81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4BE72-9F14-023A-2BFE-D945CC40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12DE3B-5FD6-127B-A65F-3CF64C208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C9544D-B16E-CD91-157D-AAEB1258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79B3B0-154A-7CEB-C253-C50DB2E3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BF87E7-F7CC-5A7F-C34B-A313C858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48BDAE-A502-FE30-A642-BB88B768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89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2BF024-F73B-A192-01A5-00AE13D8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B79086-E49F-1BA0-64CB-5F396109A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E4D3D8-960C-0B31-2B2B-11919D90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7C98BA-BA99-C543-03E8-E2419C9D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F4F364-2225-1AFF-D63A-DD689F26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76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CE34BE-1023-C7B8-6DE9-92939511A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37E3E7-3B9B-F47B-CC1E-CD261F1C2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699A34-77DC-67BF-2013-88E4F02E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7DCC2A-A27A-EC80-293E-64D63C70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84F2AE-18E9-86AB-B122-0C9DC1E9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65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A1823B4-E1A6-8333-90B4-1CFFF122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935400-5135-C2DF-69FB-1B8AE58BE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4D5162-AAA9-C35B-1C7A-543832525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A76B0-1ECC-4D8B-911C-0036BD73CAE7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97B466-B321-FE8A-B939-450497701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F3F745-A41A-6F3E-5AB9-C54D0A1B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49E9E-EF87-458E-BA75-C6B3051932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43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1E56CC86-10A6-BB68-671A-41089FCB60BC}"/>
              </a:ext>
            </a:extLst>
          </p:cNvPr>
          <p:cNvSpPr/>
          <p:nvPr/>
        </p:nvSpPr>
        <p:spPr>
          <a:xfrm>
            <a:off x="1915064" y="2035835"/>
            <a:ext cx="414068" cy="4140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x</a:t>
            </a:r>
            <a:endParaRPr kumimoji="1" lang="ja-JP" altLang="en-US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64C039-E208-0E70-5B42-80BDE854A95E}"/>
              </a:ext>
            </a:extLst>
          </p:cNvPr>
          <p:cNvSpPr/>
          <p:nvPr/>
        </p:nvSpPr>
        <p:spPr>
          <a:xfrm>
            <a:off x="2743200" y="1647646"/>
            <a:ext cx="322053" cy="119044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ja-JP" b="1" dirty="0"/>
              <a:t>Linear</a:t>
            </a:r>
            <a:endParaRPr lang="ja-JP" altLang="en-US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CEACC32-0114-9B19-46E6-74331E3B09A5}"/>
              </a:ext>
            </a:extLst>
          </p:cNvPr>
          <p:cNvSpPr/>
          <p:nvPr/>
        </p:nvSpPr>
        <p:spPr>
          <a:xfrm>
            <a:off x="3479321" y="1647646"/>
            <a:ext cx="322053" cy="119044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ja-JP" b="1" dirty="0"/>
              <a:t>Sigmoid</a:t>
            </a:r>
            <a:endParaRPr lang="ja-JP" altLang="en-US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1E2F97D-FC65-7D43-5935-6849E23986B9}"/>
              </a:ext>
            </a:extLst>
          </p:cNvPr>
          <p:cNvSpPr/>
          <p:nvPr/>
        </p:nvSpPr>
        <p:spPr>
          <a:xfrm>
            <a:off x="4215442" y="1647646"/>
            <a:ext cx="322053" cy="119044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ja-JP" b="1" dirty="0"/>
              <a:t>Linear</a:t>
            </a:r>
            <a:endParaRPr lang="ja-JP" altLang="en-US" b="1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541F4831-2729-51B6-C597-82B492619F93}"/>
              </a:ext>
            </a:extLst>
          </p:cNvPr>
          <p:cNvSpPr/>
          <p:nvPr/>
        </p:nvSpPr>
        <p:spPr>
          <a:xfrm>
            <a:off x="4951563" y="2035835"/>
            <a:ext cx="414068" cy="4140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y</a:t>
            </a:r>
            <a:endParaRPr kumimoji="1" lang="ja-JP" altLang="en-US" b="1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22A7F3F-C2A2-2C27-52A3-1272901EE324}"/>
              </a:ext>
            </a:extLst>
          </p:cNvPr>
          <p:cNvCxnSpPr>
            <a:cxnSpLocks/>
          </p:cNvCxnSpPr>
          <p:nvPr/>
        </p:nvCxnSpPr>
        <p:spPr>
          <a:xfrm>
            <a:off x="2398144" y="2242869"/>
            <a:ext cx="31055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1423856-18E8-4AAD-3C45-D8F18A84F443}"/>
              </a:ext>
            </a:extLst>
          </p:cNvPr>
          <p:cNvCxnSpPr>
            <a:cxnSpLocks/>
          </p:cNvCxnSpPr>
          <p:nvPr/>
        </p:nvCxnSpPr>
        <p:spPr>
          <a:xfrm>
            <a:off x="3122763" y="2242869"/>
            <a:ext cx="31055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C2B2C99-DFE3-21DB-F7A3-F82B2BACEB6E}"/>
              </a:ext>
            </a:extLst>
          </p:cNvPr>
          <p:cNvCxnSpPr>
            <a:cxnSpLocks/>
          </p:cNvCxnSpPr>
          <p:nvPr/>
        </p:nvCxnSpPr>
        <p:spPr>
          <a:xfrm>
            <a:off x="3864634" y="2242869"/>
            <a:ext cx="31055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A9E6AAC-0164-FA27-8F94-062C112F5BEE}"/>
              </a:ext>
            </a:extLst>
          </p:cNvPr>
          <p:cNvCxnSpPr>
            <a:cxnSpLocks/>
          </p:cNvCxnSpPr>
          <p:nvPr/>
        </p:nvCxnSpPr>
        <p:spPr>
          <a:xfrm>
            <a:off x="4600755" y="2242869"/>
            <a:ext cx="31055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Soichiro Kongoji</dc:creator>
  <cp:lastModifiedBy>Soichiro Kongoji</cp:lastModifiedBy>
  <cp:revision>4</cp:revision>
  <dcterms:created xsi:type="dcterms:W3CDTF">2026-06-27T04:30:04Z</dcterms:created>
  <dcterms:modified xsi:type="dcterms:W3CDTF">2026-06-27T04:33:36Z</dcterms:modified>
</cp:coreProperties>
</file>