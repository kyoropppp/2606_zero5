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9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C0964F-7817-8A6C-B436-5D92C29B28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D65E89D-356A-05BF-0852-BCC05CD252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A4CDB58-F6FD-B211-B1C8-E43B59DE2C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A76B0-1ECC-4D8B-911C-0036BD73CAE7}" type="datetimeFigureOut">
              <a:rPr kumimoji="1" lang="ja-JP" altLang="en-US" smtClean="0"/>
              <a:t>2026/6/27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28614C5-2173-D99F-604D-9345704054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127BC55-5982-32A0-6260-0D5B28255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749E9E-EF87-458E-BA75-C6B3051932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27012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15202A7-EE1A-6F1B-2963-3DF74B774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F1C9844-032D-A823-AC57-4FC69628C7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FB2F651-2053-4925-0460-BEBF2464E3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A76B0-1ECC-4D8B-911C-0036BD73CAE7}" type="datetimeFigureOut">
              <a:rPr kumimoji="1" lang="ja-JP" altLang="en-US" smtClean="0"/>
              <a:t>2026/6/27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E4F7512-5C1C-1CE5-2597-7DB00B519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EED7918-8EE6-5EE3-1010-F4A65B67D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749E9E-EF87-458E-BA75-C6B3051932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680950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C0B13AA-1EF3-3E5D-3FD4-AD466F1F77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CB05AF6-0FC9-25CB-4BCA-3A08016560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043D3A6-BFA5-51B9-86FB-CC15BD05FB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A76B0-1ECC-4D8B-911C-0036BD73CAE7}" type="datetimeFigureOut">
              <a:rPr kumimoji="1" lang="ja-JP" altLang="en-US" smtClean="0"/>
              <a:t>2026/6/27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95FA16B-A0E1-6407-A00B-E35086F81F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6D035A2-17E3-C0AD-2B49-197BED2D46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749E9E-EF87-458E-BA75-C6B3051932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145965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B1D2B78-7644-7D8D-BEFB-0601D7CEA6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CAF0C3F-B643-F8C2-F5AA-72BDE237214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6A3523F-301B-72F0-D399-7E68880730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19A547E-9A32-2091-A952-27A429F9D7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A76B0-1ECC-4D8B-911C-0036BD73CAE7}" type="datetimeFigureOut">
              <a:rPr kumimoji="1" lang="ja-JP" altLang="en-US" smtClean="0"/>
              <a:t>2026/6/27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B41B648-BE16-4F64-AB49-A0063538D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02444DB-F93E-F6BD-3B13-A3595B7C4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749E9E-EF87-458E-BA75-C6B3051932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44424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155675C-EEA4-1149-A3BD-3B6FD5732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C252246-D3CB-ECB0-3B3C-0448E48015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0CE6305-12CB-6A6E-E7E2-8510F56F1A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7BE78AC-8976-895E-7E1E-737C677700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2E5B5C7-24FB-5DA2-C5BF-CED523C978E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A9005987-A1F6-E18C-41B8-7885BBC0C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A76B0-1ECC-4D8B-911C-0036BD73CAE7}" type="datetimeFigureOut">
              <a:rPr kumimoji="1" lang="ja-JP" altLang="en-US" smtClean="0"/>
              <a:t>2026/6/27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D03C68F-36C6-4AAF-B711-1695549C42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870E99B-8A2E-4A7B-8D15-5D5F456D23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749E9E-EF87-458E-BA75-C6B3051932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110193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4625F97-C8E7-8CDE-2E61-334533E0C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5DFF09E4-F421-B24F-B98C-6CFD09AC4F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A76B0-1ECC-4D8B-911C-0036BD73CAE7}" type="datetimeFigureOut">
              <a:rPr kumimoji="1" lang="ja-JP" altLang="en-US" smtClean="0"/>
              <a:t>2026/6/27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D685ABD-5C75-3232-CE78-CA9719FAE3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59C875A3-39AA-6B76-48EC-8DE6494E94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749E9E-EF87-458E-BA75-C6B3051932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2473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DD0F494-F60F-3E33-5FAC-B71E1A8172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A76B0-1ECC-4D8B-911C-0036BD73CAE7}" type="datetimeFigureOut">
              <a:rPr kumimoji="1" lang="ja-JP" altLang="en-US" smtClean="0"/>
              <a:t>2026/6/27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6B6F896-F5D6-FDE0-2262-A26B0B393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CC11651-AD65-0D39-08D8-4259E5D5B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749E9E-EF87-458E-BA75-C6B3051932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005751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C06C8B9-2669-35E7-175E-7EF4588D7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57A3E16-F7BE-4761-FAA8-83DA40A16E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D9A66EC-5317-76FD-1AB6-60EB11C70B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2E00638-D002-2168-C122-A25535CF7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A76B0-1ECC-4D8B-911C-0036BD73CAE7}" type="datetimeFigureOut">
              <a:rPr kumimoji="1" lang="ja-JP" altLang="en-US" smtClean="0"/>
              <a:t>2026/6/27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749CB9A-71AE-3523-B745-8EBCD48C62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2623E42-D6A1-A746-7F05-4EAB7AC2FA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749E9E-EF87-458E-BA75-C6B3051932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458178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E4BE72-9F14-023A-2BFE-D945CC4004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E12DE3B-5FD6-127B-A65F-3CF64C2087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7C9544D-B16E-CD91-157D-AAEB1258A1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279B3B0-154A-7CEB-C253-C50DB2E354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A76B0-1ECC-4D8B-911C-0036BD73CAE7}" type="datetimeFigureOut">
              <a:rPr kumimoji="1" lang="ja-JP" altLang="en-US" smtClean="0"/>
              <a:t>2026/6/27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1BF87E7-F7CC-5A7F-C34B-A313C8585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E48BDAE-A502-FE30-A642-BB88B768A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749E9E-EF87-458E-BA75-C6B3051932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268965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92BF024-F73B-A192-01A5-00AE13D81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CB79086-E49F-1BA0-64CB-5F396109A4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7E4D3D8-960C-0B31-2B2B-11919D90FB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A76B0-1ECC-4D8B-911C-0036BD73CAE7}" type="datetimeFigureOut">
              <a:rPr kumimoji="1" lang="ja-JP" altLang="en-US" smtClean="0"/>
              <a:t>2026/6/27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B7C98BA-BA99-C543-03E8-E2419C9DC9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1F4F364-2225-1AFF-D63A-DD689F267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749E9E-EF87-458E-BA75-C6B3051932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77687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14CE34BE-1023-C7B8-6DE9-92939511A5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C37E3E7-3B9B-F47B-CC1E-CD261F1C20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D699A34-77DC-67BF-2013-88E4F02EED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A76B0-1ECC-4D8B-911C-0036BD73CAE7}" type="datetimeFigureOut">
              <a:rPr kumimoji="1" lang="ja-JP" altLang="en-US" smtClean="0"/>
              <a:t>2026/6/27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87DCC2A-A27A-EC80-293E-64D63C708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184F2AE-18E9-86AB-B122-0C9DC1E9B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749E9E-EF87-458E-BA75-C6B3051932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86591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A1823B4-E1A6-8333-90B4-1CFFF12292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A935400-5135-C2DF-69FB-1B8AE58BED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A4D5162-AAA9-C35B-1C7A-5438325255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0A76B0-1ECC-4D8B-911C-0036BD73CAE7}" type="datetimeFigureOut">
              <a:rPr kumimoji="1" lang="ja-JP" altLang="en-US" smtClean="0"/>
              <a:t>2026/6/27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797B466-B321-FE8A-B939-4504977010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9F3F745-A41A-6F3E-5AB9-C54D0A1BF3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749E9E-EF87-458E-BA75-C6B30519328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84330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楕円 3">
            <a:extLst>
              <a:ext uri="{FF2B5EF4-FFF2-40B4-BE49-F238E27FC236}">
                <a16:creationId xmlns:a16="http://schemas.microsoft.com/office/drawing/2014/main" id="{1E56CC86-10A6-BB68-671A-41089FCB60BC}"/>
              </a:ext>
            </a:extLst>
          </p:cNvPr>
          <p:cNvSpPr/>
          <p:nvPr/>
        </p:nvSpPr>
        <p:spPr>
          <a:xfrm>
            <a:off x="1915064" y="2035835"/>
            <a:ext cx="414068" cy="41406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x</a:t>
            </a:r>
            <a:endParaRPr kumimoji="1" lang="ja-JP" altLang="en-US" sz="16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964C039-E208-0E70-5B42-80BDE854A95E}"/>
              </a:ext>
            </a:extLst>
          </p:cNvPr>
          <p:cNvSpPr/>
          <p:nvPr/>
        </p:nvSpPr>
        <p:spPr>
          <a:xfrm>
            <a:off x="2743200" y="1647646"/>
            <a:ext cx="322053" cy="119044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Linear1</a:t>
            </a:r>
            <a:endParaRPr lang="ja-JP" altLang="en-US" sz="16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CEACC32-0114-9B19-46E6-74331E3B09A5}"/>
              </a:ext>
            </a:extLst>
          </p:cNvPr>
          <p:cNvSpPr/>
          <p:nvPr/>
        </p:nvSpPr>
        <p:spPr>
          <a:xfrm>
            <a:off x="3479321" y="1647646"/>
            <a:ext cx="322053" cy="119044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Sigmoid</a:t>
            </a:r>
            <a:endParaRPr lang="ja-JP" altLang="en-US" sz="16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51E2F97D-FC65-7D43-5935-6849E23986B9}"/>
              </a:ext>
            </a:extLst>
          </p:cNvPr>
          <p:cNvSpPr/>
          <p:nvPr/>
        </p:nvSpPr>
        <p:spPr>
          <a:xfrm>
            <a:off x="4215442" y="1647646"/>
            <a:ext cx="322053" cy="119044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Linear2</a:t>
            </a:r>
            <a:endParaRPr lang="ja-JP" altLang="en-US" sz="16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541F4831-2729-51B6-C597-82B492619F93}"/>
              </a:ext>
            </a:extLst>
          </p:cNvPr>
          <p:cNvSpPr/>
          <p:nvPr/>
        </p:nvSpPr>
        <p:spPr>
          <a:xfrm>
            <a:off x="5687684" y="2041587"/>
            <a:ext cx="414068" cy="41406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y</a:t>
            </a:r>
            <a:endParaRPr kumimoji="1" lang="ja-JP" altLang="en-US" sz="16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B22A7F3F-C2A2-2C27-52A3-1272901EE324}"/>
              </a:ext>
            </a:extLst>
          </p:cNvPr>
          <p:cNvCxnSpPr>
            <a:cxnSpLocks/>
          </p:cNvCxnSpPr>
          <p:nvPr/>
        </p:nvCxnSpPr>
        <p:spPr>
          <a:xfrm>
            <a:off x="2398144" y="2242869"/>
            <a:ext cx="310551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11423856-18E8-4AAD-3C45-D8F18A84F443}"/>
              </a:ext>
            </a:extLst>
          </p:cNvPr>
          <p:cNvCxnSpPr>
            <a:cxnSpLocks/>
          </p:cNvCxnSpPr>
          <p:nvPr/>
        </p:nvCxnSpPr>
        <p:spPr>
          <a:xfrm>
            <a:off x="3122763" y="2242869"/>
            <a:ext cx="310551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1C2B2C99-DFE3-21DB-F7A3-F82B2BACEB6E}"/>
              </a:ext>
            </a:extLst>
          </p:cNvPr>
          <p:cNvCxnSpPr>
            <a:cxnSpLocks/>
          </p:cNvCxnSpPr>
          <p:nvPr/>
        </p:nvCxnSpPr>
        <p:spPr>
          <a:xfrm>
            <a:off x="3864634" y="2242869"/>
            <a:ext cx="310551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FA9E6AAC-0164-FA27-8F94-062C112F5BEE}"/>
              </a:ext>
            </a:extLst>
          </p:cNvPr>
          <p:cNvCxnSpPr>
            <a:cxnSpLocks/>
          </p:cNvCxnSpPr>
          <p:nvPr/>
        </p:nvCxnSpPr>
        <p:spPr>
          <a:xfrm>
            <a:off x="4600755" y="2242869"/>
            <a:ext cx="310551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47921BCF-036A-B6B5-8C0D-0D63196F4A4E}"/>
              </a:ext>
            </a:extLst>
          </p:cNvPr>
          <p:cNvSpPr/>
          <p:nvPr/>
        </p:nvSpPr>
        <p:spPr>
          <a:xfrm>
            <a:off x="4951563" y="1647646"/>
            <a:ext cx="322053" cy="1190446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altLang="ja-JP" sz="1600" b="1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Softmax</a:t>
            </a:r>
            <a:endParaRPr lang="ja-JP" altLang="en-US" sz="16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3694C6A2-C843-CF87-8DB3-556E4C7C4730}"/>
              </a:ext>
            </a:extLst>
          </p:cNvPr>
          <p:cNvCxnSpPr>
            <a:cxnSpLocks/>
          </p:cNvCxnSpPr>
          <p:nvPr/>
        </p:nvCxnSpPr>
        <p:spPr>
          <a:xfrm>
            <a:off x="5325373" y="2242869"/>
            <a:ext cx="310551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9A73B13C-9AD4-2AF2-D992-28D812E102F9}"/>
              </a:ext>
            </a:extLst>
          </p:cNvPr>
          <p:cNvSpPr txBox="1"/>
          <p:nvPr/>
        </p:nvSpPr>
        <p:spPr>
          <a:xfrm>
            <a:off x="2398144" y="2924297"/>
            <a:ext cx="96693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100 nodes</a:t>
            </a:r>
            <a:endParaRPr kumimoji="1" lang="ja-JP" altLang="en-US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77CB7ECC-F810-2AC5-68E2-1D2D9385B313}"/>
              </a:ext>
            </a:extLst>
          </p:cNvPr>
          <p:cNvSpPr txBox="1"/>
          <p:nvPr/>
        </p:nvSpPr>
        <p:spPr>
          <a:xfrm>
            <a:off x="3893002" y="2955869"/>
            <a:ext cx="96693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100 nodes</a:t>
            </a:r>
            <a:endParaRPr kumimoji="1" lang="ja-JP" altLang="en-US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テキスト ボックス 22">
                <a:extLst>
                  <a:ext uri="{FF2B5EF4-FFF2-40B4-BE49-F238E27FC236}">
                    <a16:creationId xmlns:a16="http://schemas.microsoft.com/office/drawing/2014/main" id="{45BA7185-640F-ED89-CC20-F702C6A61193}"/>
                  </a:ext>
                </a:extLst>
              </p:cNvPr>
              <p:cNvSpPr txBox="1"/>
              <p:nvPr/>
            </p:nvSpPr>
            <p:spPr>
              <a:xfrm>
                <a:off x="4704560" y="1202844"/>
                <a:ext cx="816057" cy="4448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1" lang="en-US" altLang="ja-JP" sz="1100" i="1" smtClean="0">
                              <a:latin typeface="Cambria Math" panose="02040503050406030204" pitchFamily="18" charset="0"/>
                              <a:ea typeface="メイリオ" panose="020B0604030504040204" pitchFamily="50" charset="-128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kumimoji="1" lang="en-US" altLang="ja-JP" sz="1100" b="0" i="0" smtClean="0">
                              <a:latin typeface="Cambria Math" panose="02040503050406030204" pitchFamily="18" charset="0"/>
                              <a:ea typeface="メイリオ" panose="020B0604030504040204" pitchFamily="50" charset="-128"/>
                            </a:rPr>
                            <m:t>exp</m:t>
                          </m:r>
                          <m:r>
                            <a:rPr kumimoji="1" lang="en-US" altLang="ja-JP" sz="1100" b="0" i="1" smtClean="0">
                              <a:latin typeface="Cambria Math" panose="02040503050406030204" pitchFamily="18" charset="0"/>
                              <a:ea typeface="メイリオ" panose="020B0604030504040204" pitchFamily="50" charset="-128"/>
                            </a:rPr>
                            <m:t>⁡(</m:t>
                          </m:r>
                          <m:sSub>
                            <m:sSubPr>
                              <m:ctrlPr>
                                <a:rPr kumimoji="1" lang="en-US" altLang="ja-JP" sz="1100" b="0" i="1" smtClean="0">
                                  <a:latin typeface="Cambria Math" panose="02040503050406030204" pitchFamily="18" charset="0"/>
                                  <a:ea typeface="メイリオ" panose="020B0604030504040204" pitchFamily="50" charset="-128"/>
                                </a:rPr>
                              </m:ctrlPr>
                            </m:sSubPr>
                            <m:e>
                              <m:r>
                                <a:rPr kumimoji="1" lang="en-US" altLang="ja-JP" sz="1100" b="0" i="1" smtClean="0">
                                  <a:latin typeface="Cambria Math" panose="02040503050406030204" pitchFamily="18" charset="0"/>
                                  <a:ea typeface="メイリオ" panose="020B0604030504040204" pitchFamily="50" charset="-128"/>
                                </a:rPr>
                                <m:t>𝑎</m:t>
                              </m:r>
                            </m:e>
                            <m:sub>
                              <m:r>
                                <a:rPr kumimoji="1" lang="en-US" altLang="ja-JP" sz="1100" b="0" i="1" smtClean="0">
                                  <a:latin typeface="Cambria Math" panose="02040503050406030204" pitchFamily="18" charset="0"/>
                                  <a:ea typeface="メイリオ" panose="020B0604030504040204" pitchFamily="50" charset="-128"/>
                                </a:rPr>
                                <m:t>𝑖</m:t>
                              </m:r>
                            </m:sub>
                          </m:sSub>
                          <m:r>
                            <a:rPr kumimoji="1" lang="en-US" altLang="ja-JP" sz="1100" b="0" i="1" smtClean="0">
                              <a:latin typeface="Cambria Math" panose="02040503050406030204" pitchFamily="18" charset="0"/>
                              <a:ea typeface="メイリオ" panose="020B0604030504040204" pitchFamily="50" charset="-128"/>
                            </a:rPr>
                            <m:t>)</m:t>
                          </m:r>
                        </m:num>
                        <m:den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kumimoji="1" lang="en-US" altLang="ja-JP" sz="1100" i="1" smtClean="0">
                                  <a:latin typeface="Cambria Math" panose="02040503050406030204" pitchFamily="18" charset="0"/>
                                  <a:ea typeface="メイリオ" panose="020B0604030504040204" pitchFamily="50" charset="-128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m:rPr>
                                  <m:sty m:val="p"/>
                                </m:rPr>
                                <a:rPr kumimoji="1" lang="en-US" altLang="ja-JP" sz="1100" b="0" i="0" smtClean="0">
                                  <a:latin typeface="Cambria Math" panose="02040503050406030204" pitchFamily="18" charset="0"/>
                                  <a:ea typeface="メイリオ" panose="020B0604030504040204" pitchFamily="50" charset="-128"/>
                                </a:rPr>
                                <m:t>exp</m:t>
                              </m:r>
                              <m:r>
                                <a:rPr kumimoji="1" lang="en-US" altLang="ja-JP" sz="1100" b="0" i="1" smtClean="0">
                                  <a:latin typeface="Cambria Math" panose="02040503050406030204" pitchFamily="18" charset="0"/>
                                  <a:ea typeface="メイリオ" panose="020B0604030504040204" pitchFamily="50" charset="-128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kumimoji="1" lang="en-US" altLang="ja-JP" sz="1100" b="0" i="1" smtClean="0">
                                      <a:latin typeface="Cambria Math" panose="02040503050406030204" pitchFamily="18" charset="0"/>
                                      <a:ea typeface="メイリオ" panose="020B0604030504040204" pitchFamily="50" charset="-128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sz="1100" b="0" i="1" smtClean="0">
                                      <a:latin typeface="Cambria Math" panose="02040503050406030204" pitchFamily="18" charset="0"/>
                                      <a:ea typeface="メイリオ" panose="020B0604030504040204" pitchFamily="50" charset="-128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kumimoji="1" lang="en-US" altLang="ja-JP" sz="1100" b="0" i="1" smtClean="0">
                                      <a:latin typeface="Cambria Math" panose="02040503050406030204" pitchFamily="18" charset="0"/>
                                      <a:ea typeface="メイリオ" panose="020B0604030504040204" pitchFamily="50" charset="-128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kumimoji="1" lang="en-US" altLang="ja-JP" sz="1100" b="0" i="1" smtClean="0">
                                  <a:latin typeface="Cambria Math" panose="02040503050406030204" pitchFamily="18" charset="0"/>
                                  <a:ea typeface="メイリオ" panose="020B0604030504040204" pitchFamily="50" charset="-128"/>
                                </a:rPr>
                                <m:t>)</m:t>
                              </m:r>
                            </m:e>
                          </m:nary>
                        </m:den>
                      </m:f>
                    </m:oMath>
                  </m:oMathPara>
                </a14:m>
                <a:endParaRPr kumimoji="1" lang="ja-JP" altLang="en-US" sz="1100" dirty="0">
                  <a:latin typeface="メイリオ" panose="020B0604030504040204" pitchFamily="50" charset="-128"/>
                  <a:ea typeface="メイリオ" panose="020B0604030504040204" pitchFamily="50" charset="-128"/>
                </a:endParaRPr>
              </a:p>
            </p:txBody>
          </p:sp>
        </mc:Choice>
        <mc:Fallback>
          <p:sp>
            <p:nvSpPr>
              <p:cNvPr id="23" name="テキスト ボックス 22">
                <a:extLst>
                  <a:ext uri="{FF2B5EF4-FFF2-40B4-BE49-F238E27FC236}">
                    <a16:creationId xmlns:a16="http://schemas.microsoft.com/office/drawing/2014/main" id="{45BA7185-640F-ED89-CC20-F702C6A611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4560" y="1202844"/>
                <a:ext cx="816057" cy="444802"/>
              </a:xfrm>
              <a:prstGeom prst="rect">
                <a:avLst/>
              </a:prstGeom>
              <a:blipFill>
                <a:blip r:embed="rId2"/>
                <a:stretch>
                  <a:fillRect l="-17910" t="-13699" b="-8904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77898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</TotalTime>
  <Words>11</Words>
  <Application>Microsoft Office PowerPoint</Application>
  <PresentationFormat>ワイド画面</PresentationFormat>
  <Paragraphs>9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7" baseType="lpstr">
      <vt:lpstr>メイリオ</vt:lpstr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Soichiro Kongoji</dc:creator>
  <cp:lastModifiedBy>Soichiro Kongoji</cp:lastModifiedBy>
  <cp:revision>6</cp:revision>
  <dcterms:created xsi:type="dcterms:W3CDTF">2026-06-27T04:30:04Z</dcterms:created>
  <dcterms:modified xsi:type="dcterms:W3CDTF">2026-06-27T06:04:53Z</dcterms:modified>
</cp:coreProperties>
</file>